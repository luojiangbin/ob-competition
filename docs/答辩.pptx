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600" b="0">
                <a:solidFill>
                  <a:srgbClr val="9FC5C6"/>
                </a:solidFill>
                <a:latin typeface="微软雅黑"/>
                <a:ea typeface="微软雅黑"/>
              </a:rPr>
              <a:t>2026 第六届 OceanBase 数据库大赛 · PowerContext 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微软雅黑"/>
                <a:ea typeface="微软雅黑"/>
              </a:rPr>
              <a:t>课程项目上下文接力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0">
                <a:solidFill>
                  <a:srgbClr val="D8E2E8"/>
                </a:solidFill>
                <a:latin typeface="微软雅黑"/>
                <a:ea typeface="微软雅黑"/>
              </a:rPr>
              <a:t>让课设上下文活过下一次会话、下一次交接、下一台电脑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队伍 10086 ｜ 罗江斌 · 宜宾学院 ｜ 指导老师：薛一兰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一个学生的真实一周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5–6 门课，每门一个课设，上下文活不过一次会话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91695" cy="10515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000" b="1">
                <a:solidFill>
                  <a:srgbClr val="1F8A8C"/>
                </a:solidFill>
                <a:latin typeface="微软雅黑"/>
                <a:ea typeface="微软雅黑"/>
              </a:rPr>
              <a:t>会话断裂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76809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0B1F33"/>
                </a:solidFill>
                <a:latin typeface="微软雅黑"/>
                <a:ea typeface="微软雅黑"/>
              </a:rPr>
              <a:t>上周敲定的架构，新开会话全忘了，要从头解释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063240"/>
            <a:ext cx="12191695" cy="10515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000" b="1">
                <a:solidFill>
                  <a:srgbClr val="1F8A8C"/>
                </a:solidFill>
                <a:latin typeface="微软雅黑"/>
                <a:ea typeface="微软雅黑"/>
              </a:rPr>
              <a:t>交接断裂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76809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0B1F33"/>
                </a:solidFill>
                <a:latin typeface="微软雅黑"/>
                <a:ea typeface="微软雅黑"/>
              </a:rPr>
              <a:t>队友接手，得把要求、选型、踩过的坑重讲一遍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297680"/>
            <a:ext cx="12191695" cy="105156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62272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000" b="1">
                <a:solidFill>
                  <a:srgbClr val="1F8A8C"/>
                </a:solidFill>
                <a:latin typeface="微软雅黑"/>
                <a:ea typeface="微软雅黑"/>
              </a:rPr>
              <a:t>工具断裂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480560"/>
            <a:ext cx="76809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700" b="0">
                <a:solidFill>
                  <a:srgbClr val="0B1F33"/>
                </a:solidFill>
                <a:latin typeface="微软雅黑"/>
                <a:ea typeface="微软雅黑"/>
              </a:rPr>
              <a:t>换个 Agent、换台电脑，上下文带不过去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微软雅黑"/>
                <a:ea typeface="微软雅黑"/>
              </a:rPr>
              <a:t>真正需要延续的是决策、约束、进度——不是聊天文本。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现有做法为什么都不够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223760"/>
              </a:tblGrid>
              <a:tr h="4114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重读聊天记录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上下文窗口有限，跨会话根本不存在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RAG 检索聊天记录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检索到的是原话碎片，不是结论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本地 memory 文件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绑在单个 Agent 上，换工具就失效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让人口头复述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成本最高，且必然遗漏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0060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000" b="1">
                <a:solidFill>
                  <a:srgbClr val="0B1F33"/>
                </a:solidFill>
                <a:latin typeface="微软雅黑"/>
                <a:ea typeface="微软雅黑"/>
              </a:rPr>
              <a:t>结论：不存对话，存结论。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方案：一门课 = 一个隔离空间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四类上下文各归其位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2606040" cy="224028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2606040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微软雅黑"/>
                <a:ea typeface="微软雅黑"/>
              </a:rPr>
              <a:t>一门课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44368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微软雅黑"/>
                <a:ea typeface="微软雅黑"/>
              </a:rPr>
              <a:t>整学期隔离，不串数据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783080"/>
            <a:ext cx="2606040" cy="224028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783080"/>
            <a:ext cx="2606040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856231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9572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微软雅黑"/>
                <a:ea typeface="微软雅黑"/>
              </a:rPr>
              <a:t>约束 / 决策 / 踩坑 / 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44368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微软雅黑"/>
                <a:ea typeface="微软雅黑"/>
              </a:rPr>
              <a:t>跨会话长期有效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783080"/>
            <a:ext cx="2606040" cy="224028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783080"/>
            <a:ext cx="2606040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856231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Handoff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9572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微软雅黑"/>
                <a:ea typeface="微软雅黑"/>
              </a:rPr>
              <a:t>队友交接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44368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微软雅黑"/>
                <a:ea typeface="微软雅黑"/>
              </a:rPr>
              <a:t>契约 → 临时包 → 固化 → 回执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0264" y="1783080"/>
            <a:ext cx="2606040" cy="2240280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4" y="1783080"/>
            <a:ext cx="2606040" cy="50292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856231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39572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微软雅黑"/>
                <a:ea typeface="微软雅黑"/>
              </a:rPr>
              <a:t>踩坑经验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944368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微软雅黑"/>
                <a:ea typeface="微软雅黑"/>
              </a:rPr>
              <a:t>审核通过才可复用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微软雅黑"/>
                <a:ea typeface="微软雅黑"/>
              </a:rPr>
              <a:t>四类上下文 ↔ 四个原语，一一对应，不多不少。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现场演示：新会话里的第一次提问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微软雅黑"/>
                <a:ea typeface="微软雅黑"/>
              </a:rPr>
              <a:t>问：课设允许用 ORM 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1F8A8C"/>
                </a:solidFill>
                <a:latin typeface="微软雅黑"/>
                <a:ea typeface="微软雅黑"/>
              </a:rPr>
              <a:t>召回：课设不允许使用 ORM，必须手写 SQL。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500" b="0">
                <a:solidFill>
                  <a:srgbClr val="5A6B7B"/>
                </a:solidFill>
                <a:latin typeface="微软雅黑"/>
                <a:ea typeface="微软雅黑"/>
              </a:rPr>
              <a:t>问的是「允许吗」，存的是「不允许」——字面检索原本匹配不上。
把记忆改写成提问者会用的措辞，命中率从 80% 提到 100%。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0561320" cy="2103120"/>
          </a:xfrm>
          <a:prstGeom prst="rect">
            <a:avLst/>
          </a:prstGeom>
          <a:solidFill>
            <a:srgbClr val="F3F6F8"/>
          </a:solidFill>
          <a:ln w="12700">
            <a:solidFill>
              <a:srgbClr val="C9D4D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613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（此处放现场录屏截图）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实验：五组对照，全部可复现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判定方式为「上下文是否命中期望关键词」，不依赖任何大模型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680960"/>
                <a:gridCol w="2103120"/>
              </a:tblGrid>
              <a:tr h="4114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组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条件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准确率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自然写法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80%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写入改写（面向提问）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留出集 10 题（未参与调优）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同义词集（刻意换词）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10%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同义词集 + 查询改写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90%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7091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 typeface="微软雅黑"/>
              </a:rPr>
              <a:t>D 组是核心发现：纯字面检索的天花板在语义层。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5780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复现：cd experiments &amp;&amp; python evaluate.py --cases cases_synonym.jsonl --expand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失败模式：一个字之差就整条漏掉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572000"/>
                <a:gridCol w="210312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提问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记忆里的写法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课设允许用 ORM 吗？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禁止使用 ORM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未召回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为什么用深搜？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DFS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未召回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进程控制块怎么存的？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PCB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未召回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9476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0B1F33"/>
                </a:solidFill>
                <a:latin typeface="微软雅黑"/>
                <a:ea typeface="微软雅黑"/>
              </a:rPr>
              <a:t>▸ 全文检索是字面匹配：允许 / 禁止、深搜 / DFS，对不上就漏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F33"/>
                </a:solidFill>
                <a:latin typeface="微软雅黑"/>
                <a:ea typeface="微软雅黑"/>
              </a:rPr>
              <a:t>▸ 写入时改写记忆 → 零成本，+20pt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F33"/>
                </a:solidFill>
                <a:latin typeface="微软雅黑"/>
                <a:ea typeface="微软雅黑"/>
              </a:rPr>
              <a:t>▸ 查询时同义词扩展 → 课程域可行，10% → 90%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F33"/>
                </a:solidFill>
                <a:latin typeface="微软雅黑"/>
                <a:ea typeface="微软雅黑"/>
              </a:rPr>
              <a:t>▸ 真正的解是向量 / 混合检索，这是下一步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我们明确不声称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主动划边界，比被问穿强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0B1F33"/>
                </a:solidFill>
                <a:latin typeface="微软雅黑"/>
                <a:ea typeface="微软雅黑"/>
              </a:rPr>
              <a:t>不声称能处理开放域问答——只针对课程项目这个封闭域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0B1F33"/>
                </a:solidFill>
                <a:latin typeface="微软雅黑"/>
                <a:ea typeface="微软雅黑"/>
              </a:rPr>
              <a:t>不声称纯 FTS 够用——D 组 10% 就是反证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0B1F33"/>
                </a:solidFill>
                <a:latin typeface="微软雅黑"/>
                <a:ea typeface="微软雅黑"/>
              </a:rPr>
              <a:t>不声称 100% 是真实水平——C 组留出题仍与记忆共享关键词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0B1F33"/>
                </a:solidFill>
                <a:latin typeface="微软雅黑"/>
                <a:ea typeface="微软雅黑"/>
              </a:rPr>
              <a:t>未审核的经验不进入召回；模型提议不能自动成为团队共识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2000" b="1">
                <a:solidFill>
                  <a:srgbClr val="1F8A8C"/>
                </a:solidFill>
                <a:latin typeface="微软雅黑"/>
                <a:ea typeface="微软雅黑"/>
              </a:rPr>
              <a:t>宁可把边界说清楚，也不把数字做大。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微软雅黑"/>
                <a:ea typeface="微软雅黑"/>
              </a:rPr>
              <a:t>PowerContext 能力使用：7 个用了 5 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A6B7B"/>
                </a:solidFill>
                <a:latin typeface="微软雅黑"/>
                <a:ea typeface="微软雅黑"/>
              </a:rPr>
              <a:t>不吹牛，用到的才写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822960" cy="45720"/>
          </a:xfrm>
          <a:prstGeom prst="rect">
            <a:avLst/>
          </a:prstGeom>
          <a:solidFill>
            <a:srgbClr val="1F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81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035040"/>
                <a:gridCol w="15544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能力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73152" marR="54864" anchor="ctr"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Scope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一门课一个隔离空间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已实现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Atomic Memory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约束 / 决策 / 踩坑 / 下一步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已实现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PreparedContext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召回主链路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已实现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Handoff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队友交接四步流程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已实现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Experience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踩坑 → 审核 → 复用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已实现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Skill / Profile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套路导出、学生画像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1F33"/>
                          </a:solidFill>
                          <a:latin typeface="微软雅黑"/>
                          <a:ea typeface="微软雅黑"/>
                        </a:rPr>
                        <a:t>规划中</a:t>
                      </a:r>
                    </a:p>
                  </a:txBody>
                  <a:tcPr marL="73152" marR="54864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07492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1F8A8C"/>
                </a:solidFill>
                <a:latin typeface="微软雅黑"/>
                <a:ea typeface="微软雅黑"/>
              </a:rPr>
              <a:t>没用到的两个写在规划里，不吹。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换设备、换工具、换队友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4000" b="1">
                <a:solidFill>
                  <a:srgbClr val="9FC5C6"/>
                </a:solidFill>
                <a:latin typeface="微软雅黑"/>
                <a:ea typeface="微软雅黑"/>
              </a:rPr>
              <a:t>都不用再解释一遍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/>
            <a:r>
              <a:rPr sz="1800" b="0">
                <a:solidFill>
                  <a:srgbClr val="D8E2E8"/>
                </a:solidFill>
                <a:latin typeface="微软雅黑"/>
                <a:ea typeface="微软雅黑"/>
              </a:rPr>
              <a:t>项目开源 · 一条命令可复现 · 数据可当场重跑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